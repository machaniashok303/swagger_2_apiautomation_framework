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3291840" cy="411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AI HACKATHON 15-MINUTE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Autonomous Playwright TypeScript API Test Automation Accelerator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033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84048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Converting 3–5 Days of Manual Setup into </a:t>
            </a:r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&lt; 2 Seconds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 of AI Synthesis
</a:t>
            </a:r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Target Audience: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AI SDETs, QA Managers, API Testers, Functional QA Engineers &amp; Tech Leads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Presenter: SDET AI Squad  |  Framework: Playwright TypeScript + Postman MCP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00:00 - 02:00 | PROBLEM RELEVANCE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 in API Quality: Manual Setup Bottleneck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01. 3 to 5 Days Setup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QA squads spend days creating HTTP wrappers, typing interfaces, setting up fixtures &amp; environment configs manually.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02. Shallow Test Coverage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Under sprint pressure, teams only write basic 200 OK happy paths, neglecting boundary &amp; security checks.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03. Architectural Inconsistency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Hardcoded request logic across squads leads to brittle code that breaks with minor API contract changes.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04. Redundant Auth Overhead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Lack of token caching re-authenticates every test step, causing 429 rate limits &amp; slow CI pipeline runs.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02:00 - 05:00 | TIME / EFFORT SAVED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Playwright TypeScript? Solution &amp; 99.9% ROI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93776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Playwright TypeScript Core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⚡ Native APIRequestContext: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Executes HTTP requests headless at ultra-fast speeds without browser overhead.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🛡️ Compile-Time Type Safety: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Strongly-typed TypeScript interfaces catch contract mismatches before execution.
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🧩 Custom Fixture Dependency Injection: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Injects domain services directly into specs with automated lifecycle cleanup.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303520" cy="45720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Metric / Dimension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</a:rPr>
                        <a:t>Traditional Manual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Swagger2API AI Agent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B6D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Framework Setup Time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3 to 5 Days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&lt; 2 Seconds (99.9% Faster)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Test Coverage Depth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Happy Path Only (200 OK)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100% (CRUD, Schema, OWASP)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Code Architecture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Inconsistent Scripting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Standardized 4-Tier Clean Code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Auth &amp; Rate Limit Risk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High (Re-login every test)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Zero (In-Memory Token Cache)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05:00 - 09:00 | ARCHITECTURE &amp;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Clean 4-Tier Framework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TIER 1: CLIENT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baseApiClient.ts, tokenManager.ts, &lt;resource&gt;Client.ts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HTTP engine wrapper, header injection, token caching, latency recording &amp; secret masking.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TIER 2: SERVICE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&lt;resource&gt;.service.ts, authManager.ts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834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Encapsulates business operations, payload synthesis, and domain logic away from test specs.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TIER 3: FIXTURES &amp;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api.fixture.ts, dataGenerator.ts, &lt;resource&gt;.model.ts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4023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Injects services via Playwright fixtures; manages strongly-typed models &amp; dynamic test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66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TIER 4: TEST SUITES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532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smoke/, regression/, contract/, e2e/, negative/, security/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52120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Independent test specs covering CRUD, AJV schemas, dynamic ID correlation &amp; OWASP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05:00 - 09:00 | TOOL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File-by-File Breakdown: AI Agent Tool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server.js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[Orchestrator]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Express application server hosting REST endpoints for spec loading, AST parsing, strategy config, ZIP synthesis, test runner execution, and Allure report rendering.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services/swaggerParser.js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[Smart Parser]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Contract resolver ingesting raw JSON/YAML or scraping live Swagger UI HTML portals (Spring Boot, FastAPI, ASP.NET, NestJS). Extracts paths, params, headers, and schemas.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services/codeGenerator.js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[Transpiler]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3520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Synthesis engine transpiling metadata into modular TypeScript classes, models, AJV schemas, custom fixtures, regression suites, and GitHub Actions workflows.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services/postmanGenerator.js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[Postman Sync]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4480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Synthesizes Postman Collection v2.1 files organized into ordered folders (Positive Happy Paths followed by Negative Boundaries) with embedded test assertions.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440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public/index.html &amp; app.js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715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[UI Dashboard]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5440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Modern UI for URL resolution, dynamic test strategy toggles, file tree workbench preview, one-click ZIP download, test execution console, and Allure report viewer.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05:00 - 09:00 | CODE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File-by-File Breakdown: Generated Framework Codebase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Infrastructure &amp; Environment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playwright.config.ts — Playwright test runner &amp; reporting 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config/environments/ — Multi-env base URLs (dev, qa, prod)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.github/workflows/api-tests.yml — CI/CD automation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Clients &amp; Authentication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src/clients/baseApiClient.ts — Central HTTP wrapper with secret masking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src/utils/tokenManager.ts — In-memory OAuth2/JWT token caching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src/clients/&lt;resource&gt;Client.ts — Endpoint specific client methods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Services &amp; Test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src/services/&lt;resource&gt;.service.ts — Domain business logic wrappers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src/fixtures/api.fixture.ts — Playwright fixture service injection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src/utils/dataGenerator.ts — Dynamic emails, UUIDs &amp; timestamps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Comprehensive Test Suites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3891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tests/smoke/ — Endpoint reachability smoke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tests/e2e/e2e-workflow.spec.ts — Dynamic ID correlation workflow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tests/negative/ &amp; security/ — 400/404/422 &amp; OWASP vulnerability suites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09:00 - 12:00 | AGENTIC DEPTH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Depth: 3 Pillars of AI Autonomy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CONTRACT DISCOVERY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1. Smart HTML Portal Scraping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Automatically inspects live Swagger UI HTML portals (Spring Boot, FastAPI, ASP.NET, NestJS), resolves underlying OpenAPI JSON endpoints, and verifies document accessibility.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2918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STATEFUL CHAINING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2. Dynamic ID Correlation (E2E)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Analyzes entity relationships, captures primary IDs from POST creation responses, and dynamically passes them downstream to GET, PUT, and DELETE operations with teardown verification.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463040"/>
            <a:ext cx="329184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VULNERABILITY MATRIX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3. OWASP &amp; Boundary Synthesis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92608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Synthesizes negative test matrices (missing fields, invalid data types, non-existent IDs) alongside OWASP API security suites (BOLA/IDOR, SQLi, JWT alg bypass).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09:00 - 12:00 | ACCURACY &amp; 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Reliability: Resilient Test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AJV Schema Validation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Compiles OpenAPI response schemas with Ajv to ensure 100% contract compliance at runtime.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In-Memory Token Caching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Caches auth tokens across parallel suites to avoid 429 rate-limiting and redundant auth calls.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Sensitive Secret Masking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Logs HTTP methods, URLs, status &amp; latency while automatically redacting passwords and tokens.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Isolated Test Lifecycles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Independent test suites prevent state leakage; teardown routines cleanly delete created entities.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12:00 - 13:30 | PRACTICALITY &amp; ADOPTABILITY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Adaptability &amp; Postman MCP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Zero-Friction Team Onboarding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👨‍💻 For SDETs &amp; Automation Leads: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Instant download of complete Playwright TypeScript project .zip with Allure reporting &amp; GitHub Actions.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👩‍🔬 For Functional QA &amp; API Testers: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Sequenced Postman Collection v2.1 export with embedded test assertions.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📊 For QA Managers &amp; Directors: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Standardized architecture, zero vendor lock-in, and 100% Day-1 API coverage.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2120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Postman MCP Server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Connects AI Agents directly to Postman Workspaces:
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1. Autonomous Workspace Discovery: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Agent scans and identifies target API workspaces.
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2. Live Collection Sync: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Uploads synthesized positive &amp; negative collections instantly.
</a:t>
            </a:r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3. Cloud Test Execution: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Triggers Newman or Postman Cloud runner and streams results back to the agent.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13:30 - 15:00 | LIVE DEMO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Workflow (15-Minute Pitch)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Paste URL &amp; Fetch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Input Swagger UI URL (e.g. Azure FakeRestAPI). Smart resolver extracts 27 endpoints in 300ms.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4688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Configure Strategy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Toggle dynamic strategy options: Sequential E2E, CRUD, AJV Schemas, Negative &amp; OWASP Security.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4688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Synthesize Suite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Click "Generate Playwright TS Suite". Framework synthesized in &lt; 2 seconds with clean 4-tier structure.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1463040"/>
            <a:ext cx="246888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86968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Execute &amp;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0" y="30175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Run tests in browser workbench and view Allure report with latency, payloads, and assertions.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13:30 - 15:00 | Q&amp;A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Q&amp;A Defense Playbook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Swagger2API AI Agent | AI Hackathon 15-Min Pitch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Q: How do you handle API contract updates?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Re-run generator in 2s. Domain service abstraction keeps existing test specs intact without breaking changes.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46304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Q: How do you handle complex OAuth2 authentication?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Centralized TokenManager caches tokens in-memory and handles auto-refresh without redundant auth calls.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Q: What if the Swagger spec is poorly documented?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Parser infers parameter data types, example values, and applies safe fallbacks for missing metadata.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0480"/>
            <a:ext cx="5029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Q: How does this differ from Postman converters?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Converters do naive syntax translation. Swagger2API synthesizes clean 4-tier TS architecture, AJV, and E2E chaining.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Autonomous Quality Engineering starts today.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Swagger2API AI Agent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32004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99.9%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Setup Time Reduction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From 3-5 days to &lt; 2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560320"/>
            <a:ext cx="32004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Day-1 API Coverage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CRUD, AJV, Negative &amp;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560320"/>
            <a:ext cx="32004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4-Tier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4672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Clean Code Standards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3749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Zero architectural drift across squads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Thank you! Try the live tool dashboard at http://localhost:3000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SDET Squad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Swagger2API AI Agent - Hackathon Presentation</dc:title>
  <dc:subject>PptxGenJS Presentation</dc:subject>
  <dc:creator>Swagger2API AI Team</dc:creator>
  <cp:lastModifiedBy>Swagger2API AI Team</cp:lastModifiedBy>
  <cp:revision>1</cp:revision>
  <dcterms:created xsi:type="dcterms:W3CDTF">2026-09-21T06:41:16Z</dcterms:created>
  <dcterms:modified xsi:type="dcterms:W3CDTF">2026-09-21T06:41:16Z</dcterms:modified>
</cp:coreProperties>
</file>